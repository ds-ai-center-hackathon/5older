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0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2801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5older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파일을 읽고, 스스로 이름 짓고, 제자리에 정리합니다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20040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2026년 4월 · AI 비즈니스 실습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"다운로드 폴더에 파일이 쌓일수록, 찾는 시간도 함께 쌓인다"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19202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50분/주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파일 정리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낭비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459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64592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5건 이상/일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평균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무분별 저장 횟수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4592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 사무직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 받는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범위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6459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645920"/>
            <a:ext cx="1920240" cy="7315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2분/건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 찾는 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걸리는 시간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방치된 파일들로 인한 로컬 작업 공간의 무질서  →  AI로 자동 정리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AS-IS  →  TO-BE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😰  AS-IS  현재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338328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폴더 내 파일 훑어보기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🕐 30분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338328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원하는 자료 탐색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🕐 30분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33832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😫  Pain Point: 파일 정리가 너무 번거롭다!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2468880"/>
            <a:ext cx="5120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46888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05156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TO-BE  AI 적용 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1645920"/>
            <a:ext cx="33832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Step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파일 위치·이름 자동 정리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🚀 1분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651760"/>
            <a:ext cx="33832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Step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원하는 자료 즉시 탐색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🚀 1분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703320"/>
            <a:ext cx="338328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✅  자동화 대상: 무질서한 파일 전체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소개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FBF1"/>
                </a:solidFill>
              </a:rPr>
              <a:t>"무질서한 파일이 담긴 폴더를 입력하면, 구조화된 폴더를 자동으로 출력하는 도구"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05840" cy="10058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무질서한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폴더 입력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77440" y="2011680"/>
            <a:ext cx="1005840" cy="10058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4884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규칙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정의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69080" y="20116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4048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GPT-4o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분석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2011680"/>
            <a:ext cx="1005840" cy="10058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3212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자동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rename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52360" y="2011680"/>
            <a:ext cx="1005840" cy="10058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폴더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정리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256032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</a:rPr>
              <a:t>내용 기반 분류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파일명이 아닌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실제 내용을 읽어 분류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840480"/>
            <a:ext cx="256032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</a:rPr>
              <a:t>자연어 규칙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코딩 없이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말로 규칙 정의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840480"/>
            <a:ext cx="256032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</a:rPr>
              <a:t>안전한 백업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적용 전 원본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자동 백업 보장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1005840" cy="25603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34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Must Have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E4A"/>
                </a:solidFill>
              </a:rPr>
              <a:t>✏️  파일명 자동 정리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299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20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내용(txt·pdf·docx·pptx·xlsx)을 직접 읽음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6700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규칙에 맞춰 날짜·주제·출처 형식으로 rename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3101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이미지·동영상은 확장자 기반으로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1234440"/>
            <a:ext cx="1005840" cy="25603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234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Must Have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E4A"/>
                </a:solidFill>
              </a:rPr>
              <a:t>📂  폴더 자동 그룹핑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37760" y="178308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0299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920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GPT-4o가 내용 맥락을 파악해 최적 폴더 결정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6700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/ 참고자료 / 양식 / 기타 등 사용자 정의 폴더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3101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전 Preview 확인 → 원클릭 실행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처리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651760"/>
            <a:ext cx="8595360" cy="21488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Pass 1  —  규칙 파싱 (1회)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Pass 2  —  파일별 분류 (파일 수 × 1회)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1945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규칙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(자연어)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70048" y="16276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219456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파서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38928" y="16276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417320"/>
            <a:ext cx="21945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naming_pattern: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"YYYYMMDD_주제_출처",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folders: [...] 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19456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21945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(최대 500자)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0048" y="35661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653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3063240"/>
            <a:ext cx="219456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063240"/>
            <a:ext cx="21945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분류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35661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653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3063240"/>
            <a:ext cx="219456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063240"/>
            <a:ext cx="21945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new_name: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"20260415_시장조사.docx",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target_folder: "참고자료"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</a:rPr>
              <a:t>⚠  이미지·동영상은 Pass 2 없이 확장자 기반 분류 | 암호화 파일은 '분석 불가' 표시 후 건너뜀 | 동일 파일명 충돌 시 _1, _2 suffix 부여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25880" y="1280160"/>
            <a:ext cx="1005840" cy="228600"/>
          </a:xfrm>
          <a:prstGeom prst="rect">
            <a:avLst/>
          </a:prstGeom>
          <a:solidFill>
            <a:srgbClr val="FF4B4B">
              <a:alpha val="20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4B"/>
                </a:solidFill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Streamlit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99339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단일 파일로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웹앱 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1600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0" y="1280160"/>
            <a:ext cx="1005840" cy="228600"/>
          </a:xfrm>
          <a:prstGeom prst="rect">
            <a:avLst/>
          </a:prstGeom>
          <a:solidFill>
            <a:srgbClr val="3776AB">
              <a:alpha val="20000"/>
            </a:srgbClr>
          </a:solidFill>
          <a:ln w="12700">
            <a:solidFill>
              <a:srgbClr val="3776AB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76AB"/>
                </a:solidFill>
              </a:rPr>
              <a:t>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554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Python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99339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I/O · AI 호출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한 파일 처리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97280"/>
            <a:ext cx="64008" cy="16002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903720" y="1280160"/>
            <a:ext cx="1005840" cy="228600"/>
          </a:xfrm>
          <a:prstGeom prst="rect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A37F"/>
                </a:solidFill>
              </a:rPr>
              <a:t>AI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1554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GPT-4o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199339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파싱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분류 결정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97180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25880" y="3154680"/>
            <a:ext cx="100584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파일 파싱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25880" y="3429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pypdf·docx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pptx·openpyxl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8679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형식 텍스트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 지원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971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971800"/>
            <a:ext cx="64008" cy="1600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669280" y="3154680"/>
            <a:ext cx="1005840" cy="228600"/>
          </a:xfrm>
          <a:prstGeom prst="rect">
            <a:avLst/>
          </a:prstGeom>
          <a:solidFill>
            <a:srgbClr val="475569">
              <a:alpha val="20000"/>
            </a:srgbClr>
          </a:solidFill>
          <a:ln w="12700">
            <a:solidFill>
              <a:srgbClr val="475569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</a:rPr>
              <a:t>파일 처리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3429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shutil·pathlib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38679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rename·이동·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자동화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데모 시나리오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📂  샘플 폴더 준비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15개 파일 (txt·docx·xlsx·png)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파일명: 문서1, asdf, 새 파일... 의도적으로 모호하게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673352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⌨️  폴더 경로 + 규칙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"날짜_주제_출처 형식,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/ 참고자료 / 양식 / 기타 폴더로 분류"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974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🔍  분석 시작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535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GPT-4o가 파일 내용 읽고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Pass1(규칙 파싱) → Pass2(파일별 분류) 실행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227832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74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👀  Preview 확인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307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→ 후 비교 테이블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납득 안 되면 취소 가능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005072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519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</a:rPr>
              <a:t>✅  적용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507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폴더 자동 생성 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+ 이동 실행, 결과 요약 확인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1051560"/>
            <a:ext cx="2834640" cy="32004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</a:rPr>
              <a:t>예상 소요 시간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1554480"/>
            <a:ext cx="246888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규칙 파싱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CFBF1"/>
                </a:solidFill>
              </a:rPr>
              <a:t>~10초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350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파일 1개당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CFBF1"/>
                </a:solidFill>
              </a:rPr>
              <a:t>~3-5초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15개 기준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CFBF1"/>
                </a:solidFill>
              </a:rPr>
              <a:t>약 1분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성공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</a:rPr>
              <a:t>정리 시간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057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2057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1시간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20574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27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AFTER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5분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5156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170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</a:rPr>
              <a:t>분류 정확도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103120"/>
            <a:ext cx="2057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240280"/>
            <a:ext cx="2057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02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4505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60%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28529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0" y="3127248"/>
            <a:ext cx="20574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27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AFTER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100%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35040" y="10515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170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03504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</a:rPr>
              <a:t>처리 건수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2103120"/>
            <a:ext cx="2057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2240280"/>
            <a:ext cx="2057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2402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4505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수동 5건/일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5040" y="28529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3127248"/>
            <a:ext cx="20574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127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AFTER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33375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자동 무제한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데모 성공 기준: 15개 파일 중 9개 이상 의도에 맞게 분류 (정확도 60%↑)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🗂️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5older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파일이 제자리를 찾는 순간, 당신의 하루가 가벼워집니다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520440"/>
            <a:ext cx="274320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감사합니다  —  5조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화면 슬라이드 쇼(16:9)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Folder — 5조 발표</dc:title>
  <dc:subject>PptxGenJS Presentation</dc:subject>
  <dc:creator>PptxGenJS</dc:creator>
  <cp:lastModifiedBy>주현 이</cp:lastModifiedBy>
  <cp:revision>2</cp:revision>
  <dcterms:created xsi:type="dcterms:W3CDTF">2026-04-17T05:15:56Z</dcterms:created>
  <dcterms:modified xsi:type="dcterms:W3CDTF">2026-04-17T05:17:35Z</dcterms:modified>
</cp:coreProperties>
</file>